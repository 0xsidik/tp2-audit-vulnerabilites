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lang="fr-CI" sz="1300" b="0" i="0" u="none" strike="noStrike">
                <a:solidFill>
                  <a:srgbClr val="0B1F3A"/>
                </a:solidFill>
                <a:latin typeface="Calibri"/>
              </a:rPr>
              <a:t>Résultats bruts avant filtrage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Résultats bruts</c:v>
                </c:pt>
              </c:strCache>
            </c:strRef>
          </c:tx>
          <c:spPr>
            <a:solidFill>
              <a:srgbClr val="1230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AF-4752-BAAE-2C91FFF96F00}"/>
              </c:ext>
            </c:extLst>
          </c:dPt>
          <c:dPt>
            <c:idx val="1"/>
            <c:invertIfNegative val="0"/>
            <c:bubble3D val="0"/>
            <c:spPr>
              <a:solidFill>
                <a:srgbClr val="22B8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AF-4752-BAAE-2C91FFF96F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 authentifié</c:v>
                </c:pt>
                <c:pt idx="1">
                  <c:v>Authentifié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AF-4752-BAAE-2C91FFF96F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4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52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1325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DES INFRASTRUCTURES ET CONFORMITÉ 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457199" y="1691640"/>
            <a:ext cx="771612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2 : SIMULATION D'ANALYSE DE VULNÉRABILITÉS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OpenVAS non authentifié puis authentifié, et documentation de trois vulnérabilités sur le réseau du laboratoire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86200"/>
            <a:ext cx="7336302" cy="713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DIABY ABOUBACAR, TEHI STELLA ET OSSOHOU YAVO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ERIS (BC01)</a:t>
            </a:r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9908006-D488-3259-D388-C6DC5BCDD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09" y="143256"/>
            <a:ext cx="2380495" cy="954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234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" y="13601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2252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517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problématique, objectifs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18888" y="1234440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618" y="13601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2252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et outils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1517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Périmètre, laboratoire, démarche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" y="21488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" y="227457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8016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737360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réseau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80160" y="2432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: hôtes et services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66344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18888" y="2148840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4618" y="227457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48640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943600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OpenVAS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0" y="2432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authentifié et authentifié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5720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12648" y="30632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8" y="3188970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80160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173736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vulnérabilités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28016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CVE, CVSS, KEV, faux positif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66344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818888" y="3063240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4618" y="3188970"/>
            <a:ext cx="251460" cy="25146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486400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594360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et conformité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et niveaux de risque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12648" y="39776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378" y="4103370"/>
            <a:ext cx="251460" cy="25146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28016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1737360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1280160" y="4261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correctives priorisées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818888" y="3977640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4618" y="4103370"/>
            <a:ext cx="251460" cy="25146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548640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51" name="Text 41"/>
          <p:cNvSpPr txBox="1"/>
          <p:nvPr/>
        </p:nvSpPr>
        <p:spPr>
          <a:xfrm>
            <a:off x="5943600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5486400" y="4261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et références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: contexte, problématique, objectifs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vulnérabilités du réseau du laboratoire, sous-réseau 10.10.20.0/24, dans le cadre légal rappelé au chapitre 3 (loi n° 2013-451). Cible principale : srv-linux (10.10.20.15), serveur Ubuntu.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325880"/>
            <a:ext cx="548640" cy="54864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630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0624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CVSS élevé ou une correspondance de bannière suffisent-ils à conclure à un risque réel ? Comment distinguer un vrai positif d'un faux positif 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1325880"/>
            <a:ext cx="548640" cy="54864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630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hôtes et services (Nmap, -oA)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avec OpenVAS : non authentifié, puis authentifié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3 vulnérabilités : CVE, CVSS, KEV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: faux positif, risque, mesure corrective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et méthodologie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pic>
        <p:nvPicPr>
          <p:cNvPr id="6" name="Image 0" descr="/home/claude/img/schema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4297680" cy="23207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628339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du laboratoire : sous-réseau 10.10.20.0/24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57800" y="10972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234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690" y="13601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35040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7.99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1499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Découverte, services, scripts NSE vuln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257800" y="1993392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94960" y="2130552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690" y="2256282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35040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Greenbone / OpenVAS 25.04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035040" y="2395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« Full and fast »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257800" y="2889504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394960" y="3026664"/>
            <a:ext cx="502920" cy="50292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0690" y="3152394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35040" y="2980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changelog, debsecan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03504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correctifs sur la cible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257800" y="379476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E3F6FA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394960" y="3904488"/>
            <a:ext cx="502920" cy="5029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0690" y="4030218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03504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d’audit : auditeur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SSH, lecture seule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Découverte réseau avec Nmap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actifs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 10.10.20.0/24 -oA decouverte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148840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039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TCP et services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nmap -sS -sV -O -p- 10.10.20.15 -oA srv_complet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907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(50 ports courants)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nmap -sU --top-ports 50 10.10.20.15 -oA srv_udp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886200"/>
            <a:ext cx="384048" cy="38404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776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détection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--script vuln 10.10.20.15 -oA srv_vuln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09728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0B1F3A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080760" y="1234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actifs détectés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274320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2743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10.10.20.1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3145536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31455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10.10.20.2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35478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7960" y="35478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10.10.20.10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3950208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3950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10.10.20.15  ★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exposés par srv-linux (10.10.20.15)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737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OpenSSH 8.9p1 (Ubuntu 3ubuntu0.17)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Seul accès d'administration à distance ouvert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httpd 2.4.52 (Ubuntu)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web exposé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(top 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port ouvert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exposition UDP détectée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6324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DF1DC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3261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182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--script vuln : correspondance de bannières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5204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 liste de CVE issue de la seule version affichée. Le rétroportage des correctifs par Ubuntu n'est pas pris en compte : nombreux faux positifs à valider.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69280" y="306324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06440" y="3200400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170" y="33261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008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preuves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806440" y="3749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fichiers -oA (.nmap, .gnmap, .xml)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* &gt; empreintes.txt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œuvre des scans OpenVAS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1115568"/>
            <a:ext cx="2066544" cy="239915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</p:spPr>
      </p:sp>
      <p:pic>
        <p:nvPicPr>
          <p:cNvPr id="6" name="Image 0" descr="/home/claude/img/cible_aut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2011680" cy="2344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15768" y="1115568"/>
            <a:ext cx="2523744" cy="21435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</p:spPr>
      </p:sp>
      <p:pic>
        <p:nvPicPr>
          <p:cNvPr id="8" name="Image 1" descr="/home/claude/img/compte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143000"/>
            <a:ext cx="2468880" cy="20886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srv-linux-auth (10.10.20.15)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SSH « auditeur », lecture seule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0" y="11430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23560" y="137160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290" y="14973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1252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cibles, même IP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15453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srv-linux-non-auth et srv-linux-auth (10.10.20.15)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0" y="224028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623560" y="2468880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9290" y="259461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63640" y="2350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26426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avec le compte auditeur, réussie (port 22)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0" y="33375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623560" y="3566160"/>
            <a:ext cx="502920" cy="50292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9290" y="369189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263640" y="3447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263640" y="37398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Full and fast », deux tâches distinctes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: scan non authentifié et authentifié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graphicFrame>
        <p:nvGraphicFramePr>
          <p:cNvPr id="6" name="Chart 0"/>
          <p:cNvGraphicFramePr/>
          <p:nvPr/>
        </p:nvGraphicFramePr>
        <p:xfrm>
          <a:off x="548640" y="1188720"/>
          <a:ext cx="4023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840480" cy="19019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auth.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B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Retenus (QoD ≥ 70)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Sévérité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faibles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moyenne, 4 faibles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 du 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réussie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846320" y="34290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E3F6FA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83480" y="3639312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210" y="376504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623560" y="350215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scan authentifié lit les versions installées et l'état du noyau. Aucun résultat critique ou élevé retenu.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retenus par OpenVAS (QoD ≥ 70)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87121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Constat OpenVAS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Sévérité (CVSS)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auth.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Linux Kernel mitigations for 'VMScape' hardware vulnerability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9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 (5.5)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CVE-2025-40300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Linux Kernel mitigations for 'TSA' hardware vulnerabilities (AMD-SB-7029)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(3.8)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CVE-2024-36348, -36349, -36350, -36357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MAC Algorithm(s) Supported (SSH), 22/tcp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(2.6)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Aucun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Timestamps Information Disclosure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(2.6)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Aucun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 Timestamp Reply Information Disclosure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(2.1)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CVE-1999-0524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alertes VMScape et TSA n’apparaissent qu’avec authentification : elles reposent sur des fichiers internes du noyau, lus par SSH.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et interprétation des constats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05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communs (3)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 depuis le réseau : MAC SSH umac-64, horodatages TCP et ICMP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 à faible risque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: retirer umac-64 de sshd_config ; net.ipv4.tcp_timestamps = 0 ; filtrer ICMP timestamp au pare-feu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405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280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Propres à l’authentifié (2)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VMScape (5.5) et TSA (3.8) : fichiers /sys/devices/system/cpu/vulnerabilities/ absents, mitigation supposée absente (QoD 80 %)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qualifier : TSA ne concerne que certains processeurs AMD ; VMScape concerne surtout les hyperviseurs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avec uname -r et lscpu ; mettre à jour noyau et microcode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Preuves : rapports et tâches OpenVAS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1115568"/>
            <a:ext cx="3986784" cy="1633713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</p:spPr>
      </p:sp>
      <p:pic>
        <p:nvPicPr>
          <p:cNvPr id="6" name="Image 0" descr="/home/claude/img/openvas_nonauth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3931920" cy="15788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27448" y="1115568"/>
            <a:ext cx="3986784" cy="155342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</p:spPr>
      </p:sp>
      <p:pic>
        <p:nvPicPr>
          <p:cNvPr id="8" name="Image 1" descr="/home/claude/img/openvas_auth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43000"/>
            <a:ext cx="3931920" cy="14985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authentifié : 24/09/2026, 14:49 UTC, 3 faibles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Authentifié : 24/09/2026, 15:09 UTC, 1 moyenne et 4 faibles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" y="3264408"/>
            <a:ext cx="3621024" cy="1393568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</p:spPr>
      </p:sp>
      <p:pic>
        <p:nvPicPr>
          <p:cNvPr id="12" name="Image 2" descr="/home/claude/img/openvas_tach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91840"/>
            <a:ext cx="3566160" cy="13387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80560" y="329184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E3F6FA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617720" y="35661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69189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7800" y="338328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PDF et XML conservés comme preuves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SSH confirmée dans le rapport authentifié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vulnérabilités documentées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299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CISA KEV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positif 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CVE-2024-6387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OpenSSH 8.9p1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CVE-2022-31813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2.4.52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424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CVE-2025-32462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1.9.9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9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(vrai positif)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9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3F6FA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3721608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847338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35204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scores élevés (8.1 et 9.8) sont corrigés par rétroportage ; le troisième (8.8) est réel mais exige un accès local préalable. Le CVSS seul ne suffit pas à hiérarchiser.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CVE-2024-6387 · OpenSSH (regreSSHion)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 course dans sshd pouvant permettre une exécution de code à distance avant authentification.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51176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D24B4B"/>
          </a:solidFill>
          <a:ln w="12700">
            <a:solidFill>
              <a:srgbClr val="D24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0904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25 février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5152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?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39128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48856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423160"/>
            <a:ext cx="384048" cy="384048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2519172"/>
            <a:ext cx="192024" cy="1920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9728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de bannière Nmap et OpenVAS sur « OpenSSH 8.9p1 », dans la plage annoncée vulnérable (8.5p1 à 9.7p1).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2423160"/>
            <a:ext cx="384048" cy="384048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519172"/>
            <a:ext cx="192024" cy="19202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0352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80060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changelog openssh-server : correctif CVE-2024-6387.patch (26/06/2024), inclus dans 1:8.9p1-3ubuntu0.17.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" y="3456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94360" y="3593592"/>
            <a:ext cx="384048" cy="384048"/>
          </a:xfrm>
          <a:prstGeom prst="ellipse">
            <a:avLst/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3689604"/>
            <a:ext cx="192024" cy="19202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097280" y="3593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59436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Nul, le correctif est rétroporté par Ubuntu : le numéro de version ne change pas mais la faille est corrigée.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663440" y="3456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00600" y="3593592"/>
            <a:ext cx="384048" cy="38404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6612" y="3689604"/>
            <a:ext cx="192024" cy="19202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303520" y="3593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corrective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480060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Aucune. À noter comme faux positif vérifié pour éviter un traitement inutile.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CVE-2022-31813 · Apache httpd (mod_proxy)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mod_proxy ne transmet pas correctement les en-têtes X-Forwarded-*, ce qui peut contourner des restrictions fondées sur l’adresse IP source.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 (critique)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51176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0904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recensée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45152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?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39128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48856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423160"/>
            <a:ext cx="384048" cy="384048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2519172"/>
            <a:ext cx="192024" cy="1920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9728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de bannière sur « Apache httpd 2.4.52 », annoncée vulnérable (corrigé en 2.4.54).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2423160"/>
            <a:ext cx="384048" cy="384048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519172"/>
            <a:ext cx="192024" cy="19202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0352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80060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changelog apache2 : correctif CVE-2022-31813.patch (14/06/2022), inclus dans 2.4.52-1ubuntu4.23.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" y="3456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94360" y="3593592"/>
            <a:ext cx="384048" cy="384048"/>
          </a:xfrm>
          <a:prstGeom prst="ellipse">
            <a:avLst/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3689604"/>
            <a:ext cx="192024" cy="19202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097280" y="3593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59436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Nul, même mécanisme de rétroportage que pour OpenSSH.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663440" y="3456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00600" y="3593592"/>
            <a:ext cx="384048" cy="38404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6612" y="3689604"/>
            <a:ext cx="192024" cy="19202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303520" y="3593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corrective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480060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Aucune. À documenter comme faux positif pour ne pas fausser le taux de conformité global.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CVE-2025-32462 · sudo (option --host)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L’option -h / --host, réservée à la liste des privileges (-l), peut servir à exécuter une commande : un utilisateur local peut obtenir les privilèges prévus pour un autre hôte.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(CVSS 3.1, NVD)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51176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0904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recensée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45152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?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vrai positif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39128" y="1463040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48856" y="149961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7099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423160"/>
            <a:ext cx="384048" cy="384048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2519172"/>
            <a:ext cx="192024" cy="1920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9728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Identifiée via debsecan sur srv-linux, qui liste sudo parmi les paquets porteurs de CVE non corrigées.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2423160"/>
            <a:ext cx="384048" cy="384048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519172"/>
            <a:ext cx="192024" cy="19202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0352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80060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Installé : sudo 1.9.9-1ubuntu2.4. Correctif à partir de 1.9.9-1ubuntu2.5 (25/06/2025) : version antérieure au correctif.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7200" y="3456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94360" y="3593592"/>
            <a:ext cx="384048" cy="384048"/>
          </a:xfrm>
          <a:prstGeom prst="ellipse">
            <a:avLst/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3689604"/>
            <a:ext cx="192024" cy="19202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097280" y="3593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59436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local préalable requis. Exploitable seulement si /etc/sudoers restreint des règles à un hôte autre que ALL : à vérifier.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663440" y="345643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00600" y="3593592"/>
            <a:ext cx="384048" cy="38404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6612" y="3689604"/>
            <a:ext cx="192024" cy="19202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303520" y="35935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corrective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480060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sudo (sudo apt upgrade sudo), au moins 1.9.9-1ubuntu2.5, et vérifier /etc/sudoers.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et écarts de conformité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946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CVE-2025-32462 (sudo) : paquet antérieur au correctif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positif, accès local et sudoers requis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9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VMScape (5.5) et TSA (3.8) : mitigations noyau absentes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qualifier selon processeur et 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9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 / 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SSH umac-64, horodatages TCP et ICMP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Durcissement de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CVE-2024-6387 (OpenSSH), CVE-2022-31813 (Apache)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positifs vérifiés (rétroportage)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DF1DC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3941064"/>
            <a:ext cx="502920" cy="502920"/>
          </a:xfrm>
          <a:prstGeom prst="ellipse">
            <a:avLst/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066794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8404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 non documentés : ils fausseraient le taux de conformité calculé pour le tableau de bord d’audit.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et mesures correctives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2 · Analyse de vulnérabilités · ESATIC, Master 2 ERIS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25296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252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1521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sudo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444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CVE-2025-32462 : version ≥ 1.9.9-1ubuntu2.5, puis vérifier /etc/sudoers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225296"/>
            <a:ext cx="493776" cy="493776"/>
          </a:xfrm>
          <a:prstGeom prst="ellipse">
            <a:avLst/>
          </a:prstGeom>
          <a:solidFill>
            <a:srgbClr val="D24B4B"/>
          </a:solidFill>
          <a:ln w="12700">
            <a:solidFill>
              <a:srgbClr val="D24B4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1348740"/>
            <a:ext cx="246888" cy="2468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19659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093976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093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020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et microcode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313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d’abord VMScape et TSA (uname -r, lscpu), puis apt upgrade, intel-microcode ou amd64-microcode, redémarrage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5280" y="2093976"/>
            <a:ext cx="493776" cy="493776"/>
          </a:xfrm>
          <a:prstGeom prst="ellipse">
            <a:avLst/>
          </a:prstGeom>
          <a:solidFill>
            <a:srgbClr val="E8961C"/>
          </a:solidFill>
          <a:ln w="12700">
            <a:solidFill>
              <a:srgbClr val="E8961C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4" y="2217420"/>
            <a:ext cx="246888" cy="2468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28346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4360" y="2962656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94360" y="2962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1325880" y="28895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Durcir SSH et réseau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31821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umac-64 des MACs, tcp_timestamps = 0, filtrer ICMP timestamp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955280" y="2962656"/>
            <a:ext cx="493776" cy="493776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4" y="3086100"/>
            <a:ext cx="246888" cy="24688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E0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94360" y="3831336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94360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325880" y="37581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faux positifs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325880" y="4050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et Apache : registre de suivi, pour ne pas fausser le taux de conformité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955280" y="3831336"/>
            <a:ext cx="493776" cy="49377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724" y="3954780"/>
            <a:ext cx="246888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Croiser les sources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scanner, même authentifié, ne couvre pas tout : sudo n'est apparu que via debsecan.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Authentifier les scans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6974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résultats bruts contre 51, et seul l'état interne du noyau est révélé.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737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pas se fier au seul CVSS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6974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et 9.8 corrigés par rétroportage ; 8.8 réel mais de risque modéré.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vérification directe des correctifs installés distingue un vrai positif d'un faux positif.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1801</Words>
  <Application>Microsoft Office PowerPoint</Application>
  <PresentationFormat>Affichage à l'écran (16:9)</PresentationFormat>
  <Paragraphs>328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2 — Simulation d'analyse de vulnérabilités</dc:title>
  <dc:subject>PptxGenJS Presentation</dc:subject>
  <dc:creator>Abou Diaby</dc:creator>
  <cp:lastModifiedBy>abou diaby</cp:lastModifiedBy>
  <cp:revision>4</cp:revision>
  <dcterms:created xsi:type="dcterms:W3CDTF">2026-09-30T14:47:39Z</dcterms:created>
  <dcterms:modified xsi:type="dcterms:W3CDTF">2026-10-01T08:09:51Z</dcterms:modified>
</cp:coreProperties>
</file>